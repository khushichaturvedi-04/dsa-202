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4812963"/>
  <p:notesSz cx="14812963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>
        <p:scale>
          <a:sx n="119" d="100"/>
          <a:sy n="119" d="100"/>
        </p:scale>
        <p:origin x="21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749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chart image: Medal Count by Country.png
- User-provided chart image: GDP vs Medal Count.png
- User-provided chart image: Medal Map.png
- User-provided chart image: cropped_olympic_medals_by_year_season.png
- Data sources line based on user statement that both datasets are from Kaggle and filenames referenced in the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39" y="15513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6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Olympic Success Around the World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20040" y="594042"/>
            <a:ext cx="2819160" cy="302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</a:rPr>
              <a:t>Khushi Chaturvedi</a:t>
            </a:r>
          </a:p>
          <a:p>
            <a:pPr marL="0" indent="0">
              <a:buNone/>
            </a:pPr>
            <a:r>
              <a:rPr lang="en-US" sz="1000" dirty="0"/>
              <a:t>DSA 202 (603)</a:t>
            </a:r>
          </a:p>
        </p:txBody>
      </p:sp>
      <p:sp>
        <p:nvSpPr>
          <p:cNvPr id="4" name="Text 2"/>
          <p:cNvSpPr/>
          <p:nvPr/>
        </p:nvSpPr>
        <p:spPr>
          <a:xfrm>
            <a:off x="320040" y="93268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66666"/>
                </a:solidFill>
              </a:rPr>
              <a:t>This poster explores how Olympic medal success differs across countries. Using Olympic medal and GDP per capita data, it highlights how medal outcomes reflect a combination of economic resources, geography, and the structure of the Summer and Winter Games.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6217920" cy="0"/>
          </a:xfrm>
          <a:prstGeom prst="line">
            <a:avLst/>
          </a:prstGeom>
          <a:noFill/>
          <a:ln w="12700">
            <a:solidFill>
              <a:srgbClr val="D9D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6217920" cy="2990088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865376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64F"/>
                </a:solidFill>
              </a:rPr>
              <a:t>1. Medal Count by Country</a:t>
            </a:r>
            <a:endParaRPr lang="en-US" sz="1300" dirty="0"/>
          </a:p>
        </p:txBody>
      </p:sp>
      <p:pic>
        <p:nvPicPr>
          <p:cNvPr id="8" name="Image 0" descr="/mnt/data/Medal Count by Cou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894" y="2074989"/>
            <a:ext cx="3167506" cy="211296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4242816"/>
            <a:ext cx="5998464" cy="475488"/>
          </a:xfrm>
          <a:prstGeom prst="rect">
            <a:avLst/>
          </a:prstGeom>
          <a:solidFill>
            <a:srgbClr val="EEF5F8"/>
          </a:solidFill>
          <a:ln>
            <a:solidFill>
              <a:srgbClr val="EEF5F8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B2B2B"/>
                </a:solidFill>
              </a:rPr>
              <a:t>Medal totals are concentrated among a relatively small number of countries, with the United States standing out most strongly in this comparison.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20040" y="4937760"/>
            <a:ext cx="6217920" cy="3081528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9768" y="5020056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64F"/>
                </a:solidFill>
              </a:rPr>
              <a:t>2. GDP per Capita vs Medal Count</a:t>
            </a:r>
            <a:endParaRPr lang="en-US" sz="1300" dirty="0"/>
          </a:p>
        </p:txBody>
      </p:sp>
      <p:pic>
        <p:nvPicPr>
          <p:cNvPr id="12" name="Image 1" descr="/mnt/data/GDP vs Medal Cou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2229" y="5285232"/>
            <a:ext cx="2013543" cy="21488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9768" y="7488936"/>
            <a:ext cx="5998464" cy="475488"/>
          </a:xfrm>
          <a:prstGeom prst="rect">
            <a:avLst/>
          </a:prstGeom>
          <a:solidFill>
            <a:srgbClr val="F8F2E8"/>
          </a:solidFill>
          <a:ln>
            <a:solidFill>
              <a:srgbClr val="F8F2E8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B2B2B"/>
                </a:solidFill>
              </a:rPr>
              <a:t>Countries with higher GDP per capita often have higher medal totals, suggesting that resources may support Olympic development over time.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320040" y="8183880"/>
            <a:ext cx="6217920" cy="3264408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29768" y="8266176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64F"/>
                </a:solidFill>
              </a:rPr>
              <a:t>3. Medal Map</a:t>
            </a:r>
            <a:endParaRPr lang="en-US" sz="1300" dirty="0"/>
          </a:p>
        </p:txBody>
      </p:sp>
      <p:pic>
        <p:nvPicPr>
          <p:cNvPr id="16" name="Image 2" descr="/mnt/data/Medal 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163" y="8531352"/>
            <a:ext cx="4359675" cy="23317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9768" y="10917936"/>
            <a:ext cx="5998464" cy="475488"/>
          </a:xfrm>
          <a:prstGeom prst="rect">
            <a:avLst/>
          </a:prstGeom>
          <a:solidFill>
            <a:srgbClr val="ECF4F2"/>
          </a:solidFill>
          <a:ln>
            <a:solidFill>
              <a:srgbClr val="ECF4F2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B2B2B"/>
                </a:solidFill>
              </a:rPr>
              <a:t>Higher medal totals are clustered in North America, Europe, Russia, East Asia, and Oceania rather than being evenly distributed worldwide.</a:t>
            </a:r>
            <a:endParaRPr lang="en-US" sz="980" dirty="0"/>
          </a:p>
        </p:txBody>
      </p:sp>
      <p:sp>
        <p:nvSpPr>
          <p:cNvPr id="18" name="Shape 13"/>
          <p:cNvSpPr/>
          <p:nvPr/>
        </p:nvSpPr>
        <p:spPr>
          <a:xfrm>
            <a:off x="320040" y="11612880"/>
            <a:ext cx="6217920" cy="244144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429768" y="11695176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64F"/>
                </a:solidFill>
              </a:rPr>
              <a:t>4. Olympic Medal Records Over Time by Season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29768" y="13523976"/>
            <a:ext cx="5998464" cy="475488"/>
          </a:xfrm>
          <a:prstGeom prst="rect">
            <a:avLst/>
          </a:prstGeom>
          <a:solidFill>
            <a:srgbClr val="F2F0F7"/>
          </a:solidFill>
          <a:ln>
            <a:solidFill>
              <a:srgbClr val="F2F0F7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B2B2B"/>
                </a:solidFill>
              </a:rPr>
              <a:t>Summer Olympic medal records are consistently higher than Winter totals because the Summer Games include more events and broader participation.</a:t>
            </a:r>
            <a:endParaRPr lang="en-US" sz="980" dirty="0"/>
          </a:p>
        </p:txBody>
      </p:sp>
      <p:sp>
        <p:nvSpPr>
          <p:cNvPr id="22" name="Shape 16"/>
          <p:cNvSpPr/>
          <p:nvPr/>
        </p:nvSpPr>
        <p:spPr>
          <a:xfrm>
            <a:off x="320040" y="14218920"/>
            <a:ext cx="6217920" cy="0"/>
          </a:xfrm>
          <a:prstGeom prst="line">
            <a:avLst/>
          </a:prstGeom>
          <a:noFill/>
          <a:ln w="12700">
            <a:solidFill>
              <a:srgbClr val="D9D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320040" y="1429207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6666"/>
                </a:solidFill>
              </a:rPr>
              <a:t>Sources: Kaggle Olympic Games dataset (olympic_games.csv) and Kaggle GDP per capita dataset (gdp-per-capita-worldbank.csv). Visualizations were created in Tableau, and the year-and-season chart was created in R using ggplot2 and dplyr.</a:t>
            </a:r>
            <a:endParaRPr lang="en-US" sz="82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705F677-17FE-16D8-81C0-B53C43598A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6191" y="11910683"/>
            <a:ext cx="2529581" cy="16132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297</Words>
  <Application>Microsoft Macintosh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 Display</vt:lpstr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Olympic Success Around the World</dc:title>
  <dc:subject>Vertical scrolling poster</dc:subject>
  <dc:creator>OpenAI</dc:creator>
  <cp:lastModifiedBy>Khushi Chaturvedi</cp:lastModifiedBy>
  <cp:revision>4</cp:revision>
  <dcterms:created xsi:type="dcterms:W3CDTF">2026-04-16T22:30:34Z</dcterms:created>
  <dcterms:modified xsi:type="dcterms:W3CDTF">2026-04-23T01:33:06Z</dcterms:modified>
</cp:coreProperties>
</file>